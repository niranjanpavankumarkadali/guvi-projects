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7" r:id="rId5"/>
    <p:sldId id="268" r:id="rId6"/>
    <p:sldId id="267" r:id="rId7"/>
    <p:sldId id="269" r:id="rId8"/>
    <p:sldId id="270" r:id="rId9"/>
    <p:sldId id="259" r:id="rId10"/>
    <p:sldId id="261" r:id="rId11"/>
    <p:sldId id="262" r:id="rId12"/>
    <p:sldId id="263" r:id="rId13"/>
    <p:sldId id="271" r:id="rId14"/>
    <p:sldId id="265" r:id="rId1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noFill/>
            <a:ln w="25400" cap="flat" cmpd="sng" algn="ctr">
              <a:solidFill>
                <a:schemeClr val="accent1"/>
              </a:solidFill>
              <a:miter lim="800000"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92-4051-99BC-2623F45BF7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noFill/>
            <a:ln w="25400" cap="flat" cmpd="sng" algn="ctr">
              <a:solidFill>
                <a:schemeClr val="accent2"/>
              </a:solidFill>
              <a:miter lim="800000"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92-4051-99BC-2623F45BF7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noFill/>
            <a:ln w="25400" cap="flat" cmpd="sng" algn="ctr">
              <a:solidFill>
                <a:schemeClr val="accent3"/>
              </a:solidFill>
              <a:miter lim="800000"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92-4051-99BC-2623F45BF7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35"/>
        <c:axId val="632163384"/>
        <c:axId val="632166128"/>
      </c:barChart>
      <c:catAx>
        <c:axId val="6321633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2166128"/>
        <c:crosses val="autoZero"/>
        <c:auto val="1"/>
        <c:lblAlgn val="ctr"/>
        <c:lblOffset val="100"/>
        <c:noMultiLvlLbl val="0"/>
      </c:catAx>
      <c:valAx>
        <c:axId val="632166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2163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1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35000"/>
          <a:lumOff val="65000"/>
        </a:schemeClr>
      </a:solidFill>
    </cs:spPr>
    <cs:defRPr sz="1197"/>
  </cs:dataLabelCallout>
  <cs:dataPoint>
    <cs:lnRef idx="0">
      <cs:styleClr val="auto"/>
    </cs:lnRef>
    <cs:fillRef idx="0"/>
    <cs:effectRef idx="0"/>
    <cs:fontRef idx="minor">
      <a:schemeClr val="dk1"/>
    </cs:fontRef>
    <cs:spPr>
      <a:noFill/>
      <a:ln w="25400" cap="flat" cmpd="sng" algn="ctr">
        <a:solidFill>
          <a:schemeClr val="phClr"/>
        </a:solidFill>
        <a:miter lim="800000"/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19050" cap="flat" cmpd="sng" algn="ctr">
        <a:solidFill>
          <a:schemeClr val="phClr"/>
        </a:solidFill>
        <a:miter lim="800000"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1"/>
    <cs:effectRef idx="0"/>
    <cs:fontRef idx="minor">
      <a:schemeClr val="tx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0" kern="1200" cap="none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7942A0-B7D2-4B14-8FEA-55FC702F5BE7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95A5E99-E976-4550-8F80-53CC813F2F5A}">
      <dgm:prSet phldrT="[Text]"/>
      <dgm:spPr>
        <a:gradFill rotWithShape="0">
          <a:gsLst>
            <a:gs pos="0">
              <a:srgbClr val="703000"/>
            </a:gs>
            <a:gs pos="50000">
              <a:srgbClr val="A44A00"/>
            </a:gs>
            <a:gs pos="70000">
              <a:srgbClr val="BC5500"/>
            </a:gs>
            <a:gs pos="100000">
              <a:srgbClr val="F26D00"/>
            </a:gs>
          </a:gsLst>
        </a:gradFill>
      </dgm:spPr>
      <dgm:t>
        <a:bodyPr/>
        <a:lstStyle/>
        <a:p>
          <a:r>
            <a:rPr lang="en-US" dirty="0"/>
            <a:t>Task 1</a:t>
          </a:r>
        </a:p>
      </dgm:t>
      <dgm:extLst>
        <a:ext uri="{E40237B7-FDA0-4F09-8148-C483321AD2D9}">
          <dgm14:cNvPr xmlns:dgm14="http://schemas.microsoft.com/office/drawing/2010/diagram" id="0" name="" descr="Staggered process showing 3 tasks arranged one below the other and two downward pointing arrows are used to indicate progression from first task to second task and second task to third task."/>
        </a:ext>
      </dgm:extLst>
    </dgm:pt>
    <dgm:pt modelId="{03339A0D-5DC0-4B29-8353-C5AEBFD4DE86}" type="parTrans" cxnId="{D1A4D8E6-F04E-4AB1-8D0C-63DC7AB1E81F}">
      <dgm:prSet/>
      <dgm:spPr/>
      <dgm:t>
        <a:bodyPr/>
        <a:lstStyle/>
        <a:p>
          <a:endParaRPr lang="en-US"/>
        </a:p>
      </dgm:t>
    </dgm:pt>
    <dgm:pt modelId="{8877691F-1B60-4485-9174-DDEC7EE68B70}" type="sibTrans" cxnId="{D1A4D8E6-F04E-4AB1-8D0C-63DC7AB1E81F}">
      <dgm:prSet/>
      <dgm:spPr/>
      <dgm:t>
        <a:bodyPr/>
        <a:lstStyle/>
        <a:p>
          <a:endParaRPr lang="en-US"/>
        </a:p>
      </dgm:t>
    </dgm:pt>
    <dgm:pt modelId="{8EC937D8-BD76-4A12-A3E5-900D5C1E2E05}">
      <dgm:prSet phldrT="[Text]"/>
      <dgm:spPr/>
      <dgm:t>
        <a:bodyPr/>
        <a:lstStyle/>
        <a:p>
          <a:r>
            <a:rPr lang="en-US" dirty="0"/>
            <a:t>Task 2</a:t>
          </a:r>
        </a:p>
      </dgm:t>
    </dgm:pt>
    <dgm:pt modelId="{8265EE85-9851-494E-A6D3-1CDACE947DF3}" type="parTrans" cxnId="{43DC8383-AEE5-490C-A8E5-1F216F2B8FE6}">
      <dgm:prSet/>
      <dgm:spPr/>
      <dgm:t>
        <a:bodyPr/>
        <a:lstStyle/>
        <a:p>
          <a:endParaRPr lang="en-US"/>
        </a:p>
      </dgm:t>
    </dgm:pt>
    <dgm:pt modelId="{B3EFD4A5-9FA1-4ABE-B722-05162509509B}" type="sibTrans" cxnId="{43DC8383-AEE5-490C-A8E5-1F216F2B8FE6}">
      <dgm:prSet/>
      <dgm:spPr/>
      <dgm:t>
        <a:bodyPr/>
        <a:lstStyle/>
        <a:p>
          <a:endParaRPr lang="en-US"/>
        </a:p>
      </dgm:t>
    </dgm:pt>
    <dgm:pt modelId="{7133ECF5-4190-4604-AA2F-03C9A0A9210F}">
      <dgm:prSet phldrT="[Text]"/>
      <dgm:spPr>
        <a:gradFill rotWithShape="0">
          <a:gsLst>
            <a:gs pos="0">
              <a:srgbClr val="394404"/>
            </a:gs>
            <a:gs pos="50000">
              <a:srgbClr val="5F6F0F"/>
            </a:gs>
            <a:gs pos="70000">
              <a:srgbClr val="65741A"/>
            </a:gs>
            <a:gs pos="10000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</a:gradFill>
      </dgm:spPr>
      <dgm:t>
        <a:bodyPr/>
        <a:lstStyle/>
        <a:p>
          <a:r>
            <a:rPr lang="en-US" dirty="0"/>
            <a:t>Task 3</a:t>
          </a:r>
        </a:p>
      </dgm:t>
      <dgm:extLst>
        <a:ext uri="{E40237B7-FDA0-4F09-8148-C483321AD2D9}">
          <dgm14:cNvPr xmlns:dgm14="http://schemas.microsoft.com/office/drawing/2010/diagram" id="0" name="" descr="Staggered process showing 3 tasks arranged one below the other and two downward pointing arrows are used to indicate progression from first task to second task and second task to third task."/>
        </a:ext>
      </dgm:extLst>
    </dgm:pt>
    <dgm:pt modelId="{7D1B29D7-21DD-436A-8F7C-E87DE53C1431}" type="parTrans" cxnId="{011A9761-E983-4C7D-AB1D-2038261D8FF8}">
      <dgm:prSet/>
      <dgm:spPr/>
      <dgm:t>
        <a:bodyPr/>
        <a:lstStyle/>
        <a:p>
          <a:endParaRPr lang="en-US"/>
        </a:p>
      </dgm:t>
    </dgm:pt>
    <dgm:pt modelId="{46037378-034A-4662-877A-B53E1DA069A3}" type="sibTrans" cxnId="{011A9761-E983-4C7D-AB1D-2038261D8FF8}">
      <dgm:prSet/>
      <dgm:spPr/>
      <dgm:t>
        <a:bodyPr/>
        <a:lstStyle/>
        <a:p>
          <a:endParaRPr lang="en-US"/>
        </a:p>
      </dgm:t>
    </dgm:pt>
    <dgm:pt modelId="{1D84D8B6-AB32-4491-B5D2-EFE3D7668B88}" type="pres">
      <dgm:prSet presAssocID="{CD7942A0-B7D2-4B14-8FEA-55FC702F5BE7}" presName="outerComposite" presStyleCnt="0">
        <dgm:presLayoutVars>
          <dgm:chMax val="5"/>
          <dgm:dir/>
          <dgm:resizeHandles val="exact"/>
        </dgm:presLayoutVars>
      </dgm:prSet>
      <dgm:spPr/>
    </dgm:pt>
    <dgm:pt modelId="{3E0E8213-E460-4EB7-9A92-C2B1CC553F0D}" type="pres">
      <dgm:prSet presAssocID="{CD7942A0-B7D2-4B14-8FEA-55FC702F5BE7}" presName="dummyMaxCanvas" presStyleCnt="0">
        <dgm:presLayoutVars/>
      </dgm:prSet>
      <dgm:spPr/>
    </dgm:pt>
    <dgm:pt modelId="{124EF20B-D98C-45B2-BB13-7B93B5373CEB}" type="pres">
      <dgm:prSet presAssocID="{CD7942A0-B7D2-4B14-8FEA-55FC702F5BE7}" presName="ThreeNodes_1" presStyleLbl="node1" presStyleIdx="0" presStyleCnt="3">
        <dgm:presLayoutVars>
          <dgm:bulletEnabled val="1"/>
        </dgm:presLayoutVars>
      </dgm:prSet>
      <dgm:spPr/>
    </dgm:pt>
    <dgm:pt modelId="{CA544AF7-F7B2-4CA5-9251-B4CDB8D06634}" type="pres">
      <dgm:prSet presAssocID="{CD7942A0-B7D2-4B14-8FEA-55FC702F5BE7}" presName="ThreeNodes_2" presStyleLbl="node1" presStyleIdx="1" presStyleCnt="3">
        <dgm:presLayoutVars>
          <dgm:bulletEnabled val="1"/>
        </dgm:presLayoutVars>
      </dgm:prSet>
      <dgm:spPr/>
    </dgm:pt>
    <dgm:pt modelId="{2AE92D3F-F0FA-45DD-BB60-4C6FBC6BC016}" type="pres">
      <dgm:prSet presAssocID="{CD7942A0-B7D2-4B14-8FEA-55FC702F5BE7}" presName="ThreeNodes_3" presStyleLbl="node1" presStyleIdx="2" presStyleCnt="3">
        <dgm:presLayoutVars>
          <dgm:bulletEnabled val="1"/>
        </dgm:presLayoutVars>
      </dgm:prSet>
      <dgm:spPr/>
    </dgm:pt>
    <dgm:pt modelId="{9CA877D8-99F8-40A0-89E9-59A61C9A70F4}" type="pres">
      <dgm:prSet presAssocID="{CD7942A0-B7D2-4B14-8FEA-55FC702F5BE7}" presName="ThreeConn_1-2" presStyleLbl="fgAccFollowNode1" presStyleIdx="0" presStyleCnt="2">
        <dgm:presLayoutVars>
          <dgm:bulletEnabled val="1"/>
        </dgm:presLayoutVars>
      </dgm:prSet>
      <dgm:spPr/>
    </dgm:pt>
    <dgm:pt modelId="{62643EF2-016C-41F1-8CBC-398422A85727}" type="pres">
      <dgm:prSet presAssocID="{CD7942A0-B7D2-4B14-8FEA-55FC702F5BE7}" presName="ThreeConn_2-3" presStyleLbl="fgAccFollowNode1" presStyleIdx="1" presStyleCnt="2">
        <dgm:presLayoutVars>
          <dgm:bulletEnabled val="1"/>
        </dgm:presLayoutVars>
      </dgm:prSet>
      <dgm:spPr/>
    </dgm:pt>
    <dgm:pt modelId="{7A2F6994-DA87-4497-BFC7-DD9D6EC5315F}" type="pres">
      <dgm:prSet presAssocID="{CD7942A0-B7D2-4B14-8FEA-55FC702F5BE7}" presName="ThreeNodes_1_text" presStyleLbl="node1" presStyleIdx="2" presStyleCnt="3">
        <dgm:presLayoutVars>
          <dgm:bulletEnabled val="1"/>
        </dgm:presLayoutVars>
      </dgm:prSet>
      <dgm:spPr/>
    </dgm:pt>
    <dgm:pt modelId="{916C48CB-E452-4B79-A9B9-4C9A90B47960}" type="pres">
      <dgm:prSet presAssocID="{CD7942A0-B7D2-4B14-8FEA-55FC702F5BE7}" presName="ThreeNodes_2_text" presStyleLbl="node1" presStyleIdx="2" presStyleCnt="3">
        <dgm:presLayoutVars>
          <dgm:bulletEnabled val="1"/>
        </dgm:presLayoutVars>
      </dgm:prSet>
      <dgm:spPr/>
    </dgm:pt>
    <dgm:pt modelId="{A31D264E-E285-4E5C-8EB7-762CD501BE72}" type="pres">
      <dgm:prSet presAssocID="{CD7942A0-B7D2-4B14-8FEA-55FC702F5BE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A89A138-BC1A-490F-935E-2EC3F74E8E18}" type="presOf" srcId="{7133ECF5-4190-4604-AA2F-03C9A0A9210F}" destId="{2AE92D3F-F0FA-45DD-BB60-4C6FBC6BC016}" srcOrd="0" destOrd="0" presId="urn:microsoft.com/office/officeart/2005/8/layout/vProcess5"/>
    <dgm:cxn modelId="{011A9761-E983-4C7D-AB1D-2038261D8FF8}" srcId="{CD7942A0-B7D2-4B14-8FEA-55FC702F5BE7}" destId="{7133ECF5-4190-4604-AA2F-03C9A0A9210F}" srcOrd="2" destOrd="0" parTransId="{7D1B29D7-21DD-436A-8F7C-E87DE53C1431}" sibTransId="{46037378-034A-4662-877A-B53E1DA069A3}"/>
    <dgm:cxn modelId="{8A063A46-8F8D-405A-B2D6-6495FA638F46}" type="presOf" srcId="{8EC937D8-BD76-4A12-A3E5-900D5C1E2E05}" destId="{CA544AF7-F7B2-4CA5-9251-B4CDB8D06634}" srcOrd="0" destOrd="0" presId="urn:microsoft.com/office/officeart/2005/8/layout/vProcess5"/>
    <dgm:cxn modelId="{A071614A-8A85-47B2-A113-0652CAB9B428}" type="presOf" srcId="{095A5E99-E976-4550-8F80-53CC813F2F5A}" destId="{124EF20B-D98C-45B2-BB13-7B93B5373CEB}" srcOrd="0" destOrd="0" presId="urn:microsoft.com/office/officeart/2005/8/layout/vProcess5"/>
    <dgm:cxn modelId="{43DC8383-AEE5-490C-A8E5-1F216F2B8FE6}" srcId="{CD7942A0-B7D2-4B14-8FEA-55FC702F5BE7}" destId="{8EC937D8-BD76-4A12-A3E5-900D5C1E2E05}" srcOrd="1" destOrd="0" parTransId="{8265EE85-9851-494E-A6D3-1CDACE947DF3}" sibTransId="{B3EFD4A5-9FA1-4ABE-B722-05162509509B}"/>
    <dgm:cxn modelId="{03E7038C-2CC0-496B-88A0-60396CDC31E4}" type="presOf" srcId="{7133ECF5-4190-4604-AA2F-03C9A0A9210F}" destId="{A31D264E-E285-4E5C-8EB7-762CD501BE72}" srcOrd="1" destOrd="0" presId="urn:microsoft.com/office/officeart/2005/8/layout/vProcess5"/>
    <dgm:cxn modelId="{C2D0E194-BD14-4AD2-9E3A-CE984C34B6CD}" type="presOf" srcId="{CD7942A0-B7D2-4B14-8FEA-55FC702F5BE7}" destId="{1D84D8B6-AB32-4491-B5D2-EFE3D7668B88}" srcOrd="0" destOrd="0" presId="urn:microsoft.com/office/officeart/2005/8/layout/vProcess5"/>
    <dgm:cxn modelId="{BB374C9D-646D-46E6-89B4-117F0E21BA34}" type="presOf" srcId="{8EC937D8-BD76-4A12-A3E5-900D5C1E2E05}" destId="{916C48CB-E452-4B79-A9B9-4C9A90B47960}" srcOrd="1" destOrd="0" presId="urn:microsoft.com/office/officeart/2005/8/layout/vProcess5"/>
    <dgm:cxn modelId="{12FC7FDE-4033-4970-A683-61DE6FA84E89}" type="presOf" srcId="{8877691F-1B60-4485-9174-DDEC7EE68B70}" destId="{9CA877D8-99F8-40A0-89E9-59A61C9A70F4}" srcOrd="0" destOrd="0" presId="urn:microsoft.com/office/officeart/2005/8/layout/vProcess5"/>
    <dgm:cxn modelId="{D1A4D8E6-F04E-4AB1-8D0C-63DC7AB1E81F}" srcId="{CD7942A0-B7D2-4B14-8FEA-55FC702F5BE7}" destId="{095A5E99-E976-4550-8F80-53CC813F2F5A}" srcOrd="0" destOrd="0" parTransId="{03339A0D-5DC0-4B29-8353-C5AEBFD4DE86}" sibTransId="{8877691F-1B60-4485-9174-DDEC7EE68B70}"/>
    <dgm:cxn modelId="{7C007CEB-6418-4EA7-9CB6-5B93D0C655E6}" type="presOf" srcId="{095A5E99-E976-4550-8F80-53CC813F2F5A}" destId="{7A2F6994-DA87-4497-BFC7-DD9D6EC5315F}" srcOrd="1" destOrd="0" presId="urn:microsoft.com/office/officeart/2005/8/layout/vProcess5"/>
    <dgm:cxn modelId="{6CF7D6F9-A5F2-48E3-AF5C-A2074559AE21}" type="presOf" srcId="{B3EFD4A5-9FA1-4ABE-B722-05162509509B}" destId="{62643EF2-016C-41F1-8CBC-398422A85727}" srcOrd="0" destOrd="0" presId="urn:microsoft.com/office/officeart/2005/8/layout/vProcess5"/>
    <dgm:cxn modelId="{768DB908-A4BF-48A6-A740-5DD0CBAFBB11}" type="presParOf" srcId="{1D84D8B6-AB32-4491-B5D2-EFE3D7668B88}" destId="{3E0E8213-E460-4EB7-9A92-C2B1CC553F0D}" srcOrd="0" destOrd="0" presId="urn:microsoft.com/office/officeart/2005/8/layout/vProcess5"/>
    <dgm:cxn modelId="{A8B17D3B-E670-4FE0-A845-244C702B8151}" type="presParOf" srcId="{1D84D8B6-AB32-4491-B5D2-EFE3D7668B88}" destId="{124EF20B-D98C-45B2-BB13-7B93B5373CEB}" srcOrd="1" destOrd="0" presId="urn:microsoft.com/office/officeart/2005/8/layout/vProcess5"/>
    <dgm:cxn modelId="{1E8E2D8B-A980-4080-A16E-1F74528DE4D0}" type="presParOf" srcId="{1D84D8B6-AB32-4491-B5D2-EFE3D7668B88}" destId="{CA544AF7-F7B2-4CA5-9251-B4CDB8D06634}" srcOrd="2" destOrd="0" presId="urn:microsoft.com/office/officeart/2005/8/layout/vProcess5"/>
    <dgm:cxn modelId="{7992440C-9F36-432D-90EE-E2A708CEB38B}" type="presParOf" srcId="{1D84D8B6-AB32-4491-B5D2-EFE3D7668B88}" destId="{2AE92D3F-F0FA-45DD-BB60-4C6FBC6BC016}" srcOrd="3" destOrd="0" presId="urn:microsoft.com/office/officeart/2005/8/layout/vProcess5"/>
    <dgm:cxn modelId="{DBE883B8-7D13-43BA-A456-8DBB93D30C93}" type="presParOf" srcId="{1D84D8B6-AB32-4491-B5D2-EFE3D7668B88}" destId="{9CA877D8-99F8-40A0-89E9-59A61C9A70F4}" srcOrd="4" destOrd="0" presId="urn:microsoft.com/office/officeart/2005/8/layout/vProcess5"/>
    <dgm:cxn modelId="{A3B9E6ED-FFD0-430E-B609-EBE8E75E7C44}" type="presParOf" srcId="{1D84D8B6-AB32-4491-B5D2-EFE3D7668B88}" destId="{62643EF2-016C-41F1-8CBC-398422A85727}" srcOrd="5" destOrd="0" presId="urn:microsoft.com/office/officeart/2005/8/layout/vProcess5"/>
    <dgm:cxn modelId="{278FE748-9C54-4E36-9203-E948DB63C99A}" type="presParOf" srcId="{1D84D8B6-AB32-4491-B5D2-EFE3D7668B88}" destId="{7A2F6994-DA87-4497-BFC7-DD9D6EC5315F}" srcOrd="6" destOrd="0" presId="urn:microsoft.com/office/officeart/2005/8/layout/vProcess5"/>
    <dgm:cxn modelId="{E81279B5-23BF-4F73-A353-8831FC04E9BC}" type="presParOf" srcId="{1D84D8B6-AB32-4491-B5D2-EFE3D7668B88}" destId="{916C48CB-E452-4B79-A9B9-4C9A90B47960}" srcOrd="7" destOrd="0" presId="urn:microsoft.com/office/officeart/2005/8/layout/vProcess5"/>
    <dgm:cxn modelId="{16289EC3-0C51-4B32-B6CC-FE8F7F6F6C76}" type="presParOf" srcId="{1D84D8B6-AB32-4491-B5D2-EFE3D7668B88}" destId="{A31D264E-E285-4E5C-8EB7-762CD501BE7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4EF20B-D98C-45B2-BB13-7B93B5373CEB}">
      <dsp:nvSpPr>
        <dsp:cNvPr id="0" name=""/>
        <dsp:cNvSpPr/>
      </dsp:nvSpPr>
      <dsp:spPr>
        <a:xfrm>
          <a:off x="0" y="0"/>
          <a:ext cx="4316650" cy="1339691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03000"/>
            </a:gs>
            <a:gs pos="50000">
              <a:srgbClr val="A44A00"/>
            </a:gs>
            <a:gs pos="70000">
              <a:srgbClr val="BC5500"/>
            </a:gs>
            <a:gs pos="100000">
              <a:srgbClr val="F26D00"/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/>
            <a:t>Task 1</a:t>
          </a:r>
        </a:p>
      </dsp:txBody>
      <dsp:txXfrm>
        <a:off x="39238" y="39238"/>
        <a:ext cx="2871019" cy="1261215"/>
      </dsp:txXfrm>
    </dsp:sp>
    <dsp:sp modelId="{CA544AF7-F7B2-4CA5-9251-B4CDB8D06634}">
      <dsp:nvSpPr>
        <dsp:cNvPr id="0" name=""/>
        <dsp:cNvSpPr/>
      </dsp:nvSpPr>
      <dsp:spPr>
        <a:xfrm>
          <a:off x="380880" y="1562972"/>
          <a:ext cx="4316650" cy="13396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3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/>
            <a:t>Task 2</a:t>
          </a:r>
        </a:p>
      </dsp:txBody>
      <dsp:txXfrm>
        <a:off x="420118" y="1602210"/>
        <a:ext cx="2986494" cy="1261215"/>
      </dsp:txXfrm>
    </dsp:sp>
    <dsp:sp modelId="{2AE92D3F-F0FA-45DD-BB60-4C6FBC6BC016}">
      <dsp:nvSpPr>
        <dsp:cNvPr id="0" name=""/>
        <dsp:cNvSpPr/>
      </dsp:nvSpPr>
      <dsp:spPr>
        <a:xfrm>
          <a:off x="761761" y="3125945"/>
          <a:ext cx="4316650" cy="1339691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394404"/>
            </a:gs>
            <a:gs pos="50000">
              <a:srgbClr val="5F6F0F"/>
            </a:gs>
            <a:gs pos="70000">
              <a:srgbClr val="65741A"/>
            </a:gs>
            <a:gs pos="10000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/>
            <a:t>Task 3</a:t>
          </a:r>
        </a:p>
      </dsp:txBody>
      <dsp:txXfrm>
        <a:off x="800999" y="3165183"/>
        <a:ext cx="2986494" cy="1261215"/>
      </dsp:txXfrm>
    </dsp:sp>
    <dsp:sp modelId="{9CA877D8-99F8-40A0-89E9-59A61C9A70F4}">
      <dsp:nvSpPr>
        <dsp:cNvPr id="0" name=""/>
        <dsp:cNvSpPr/>
      </dsp:nvSpPr>
      <dsp:spPr>
        <a:xfrm>
          <a:off x="3445850" y="1015932"/>
          <a:ext cx="870799" cy="87079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641780" y="1015932"/>
        <a:ext cx="478939" cy="655276"/>
      </dsp:txXfrm>
    </dsp:sp>
    <dsp:sp modelId="{62643EF2-016C-41F1-8CBC-398422A85727}">
      <dsp:nvSpPr>
        <dsp:cNvPr id="0" name=""/>
        <dsp:cNvSpPr/>
      </dsp:nvSpPr>
      <dsp:spPr>
        <a:xfrm>
          <a:off x="3826731" y="2569974"/>
          <a:ext cx="870799" cy="87079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022661" y="2569974"/>
        <a:ext cx="478939" cy="655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7/26/2026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7/26/2026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7/26/2026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7/26/2026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7/26/2026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7/26/2026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7/26/2026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Data-Driven Insights for Digital Marketing Campaigns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Analyze digital marketing campaign data</a:t>
            </a:r>
          </a:p>
          <a:p>
            <a:r>
              <a:rPr lang="en-IN" sz="2000" dirty="0"/>
              <a:t>Identify high-performing channels</a:t>
            </a:r>
          </a:p>
          <a:p>
            <a:r>
              <a:rPr lang="en-IN" sz="2000" dirty="0"/>
              <a:t>Improve conversions and revenue</a:t>
            </a:r>
          </a:p>
          <a:p>
            <a:r>
              <a:rPr lang="en-IN" sz="2000" dirty="0"/>
              <a:t>Enable data-driven decision-making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Title and Content Layout with Chart</a:t>
            </a:r>
          </a:p>
        </p:txBody>
      </p:sp>
      <p:graphicFrame>
        <p:nvGraphicFramePr>
          <p:cNvPr id="9" name="Content Placeholder 8" descr="Clustered column chart showing the values of 3 series for 4 categories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4724130"/>
              </p:ext>
            </p:extLst>
          </p:nvPr>
        </p:nvGraphicFramePr>
        <p:xfrm>
          <a:off x="1219200" y="1701800"/>
          <a:ext cx="10360025" cy="4462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Content Layout with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bullet point here</a:t>
            </a:r>
          </a:p>
          <a:p>
            <a:r>
              <a:rPr lang="en-US" dirty="0"/>
              <a:t>Second bullet point here</a:t>
            </a:r>
          </a:p>
          <a:p>
            <a:r>
              <a:rPr lang="en-US" dirty="0"/>
              <a:t>Third bullet point here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80206012"/>
              </p:ext>
            </p:extLst>
          </p:nvPr>
        </p:nvGraphicFramePr>
        <p:xfrm>
          <a:off x="6500813" y="1706563"/>
          <a:ext cx="5078412" cy="2255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2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2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959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 anchor="ctr">
                    <a:solidFill>
                      <a:srgbClr val="0082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1</a:t>
                      </a:r>
                    </a:p>
                  </a:txBody>
                  <a:tcPr anchor="ctr">
                    <a:solidFill>
                      <a:srgbClr val="0082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Group 2</a:t>
                      </a:r>
                    </a:p>
                  </a:txBody>
                  <a:tcPr anchor="ctr">
                    <a:solidFill>
                      <a:srgbClr val="008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959">
                <a:tc>
                  <a:txBody>
                    <a:bodyPr/>
                    <a:lstStyle/>
                    <a:p>
                      <a:r>
                        <a:rPr lang="en-US" dirty="0"/>
                        <a:t>Class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959">
                <a:tc>
                  <a:txBody>
                    <a:bodyPr/>
                    <a:lstStyle/>
                    <a:p>
                      <a:r>
                        <a:rPr lang="en-US" dirty="0"/>
                        <a:t>Class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959">
                <a:tc>
                  <a:txBody>
                    <a:bodyPr/>
                    <a:lstStyle/>
                    <a:p>
                      <a:r>
                        <a:rPr lang="en-US" dirty="0"/>
                        <a:t>Class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Content Layout with SmartArt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First bullet point here</a:t>
            </a:r>
          </a:p>
          <a:p>
            <a:r>
              <a:rPr lang="en-US" dirty="0"/>
              <a:t>Second bullet point here</a:t>
            </a:r>
          </a:p>
          <a:p>
            <a:r>
              <a:rPr lang="en-US" dirty="0"/>
              <a:t>Third bullet point here</a:t>
            </a:r>
          </a:p>
        </p:txBody>
      </p:sp>
      <p:graphicFrame>
        <p:nvGraphicFramePr>
          <p:cNvPr id="5" name="Content Placeholder 4" descr="Staggered process showing 3 tasks arranged one below the other and two downward pointing arrows are used to indicate progression from first task to second task and second task to third task.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61100622"/>
              </p:ext>
            </p:extLst>
          </p:nvPr>
        </p:nvGraphicFramePr>
        <p:xfrm>
          <a:off x="6500813" y="1706563"/>
          <a:ext cx="5078412" cy="4465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- 3</a:t>
            </a:r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4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icture Placeholder 5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33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19</TotalTime>
  <Words>116</Words>
  <Application>Microsoft Office PowerPoint</Application>
  <PresentationFormat>Custom</PresentationFormat>
  <Paragraphs>36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Tech 16x9</vt:lpstr>
      <vt:lpstr>Data-Driven Insights for Digital Marketing Campaigns</vt:lpstr>
      <vt:lpstr>OBJECTIVE</vt:lpstr>
      <vt:lpstr>Title and Content Layout with Chart</vt:lpstr>
      <vt:lpstr>Two Content Layout with Table</vt:lpstr>
      <vt:lpstr>Two Content Layout with SmartArt</vt:lpstr>
      <vt:lpstr>Add a Slide Title - 1</vt:lpstr>
      <vt:lpstr>Add a Slide Title - 2</vt:lpstr>
      <vt:lpstr>Add a Slide Title - 3</vt:lpstr>
      <vt:lpstr>PowerPoint Presentation</vt:lpstr>
      <vt:lpstr>Add a Slide Title - 4</vt:lpstr>
      <vt:lpstr>Add a Slide Title - 5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praveena relangi</dc:creator>
  <cp:lastModifiedBy>praveena relangi</cp:lastModifiedBy>
  <cp:revision>1</cp:revision>
  <dcterms:created xsi:type="dcterms:W3CDTF">2026-07-26T14:51:14Z</dcterms:created>
  <dcterms:modified xsi:type="dcterms:W3CDTF">2026-07-26T15:10:51Z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